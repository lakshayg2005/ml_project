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61ff55969aef7cce_3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61ff55969aef7cce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61ff55969aef7cce_3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h61ff55969aef7cce_3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61ff55969aef7cce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h61ff55969aef7cce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106525" y="211075"/>
            <a:ext cx="8520600" cy="67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Problem Statement</a:t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716400" y="824125"/>
            <a:ext cx="6935400" cy="44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1</a:t>
            </a: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" sz="1800">
                <a:solidFill>
                  <a:schemeClr val="dk2"/>
                </a:solidFill>
              </a:rPr>
              <a:t>Divyansh Dubey(12340690), Keshav Mishra(12341140), Lakshay Gupta(12341300)</a:t>
            </a:r>
            <a:endParaRPr sz="1800">
              <a:solidFill>
                <a:schemeClr val="dk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3)Novelty: ECERC Revisited: Mitigating Category Confusion,</a:t>
            </a:r>
            <a:r>
              <a:rPr lang="en" sz="1800">
                <a:solidFill>
                  <a:schemeClr val="dk2"/>
                </a:solidFill>
              </a:rPr>
              <a:t> </a:t>
            </a: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Imbalance, and Cause-Gating Miscalibration</a:t>
            </a:r>
            <a:r>
              <a:rPr lang="en" sz="1800">
                <a:solidFill>
                  <a:schemeClr val="dk2"/>
                </a:solidFill>
              </a:rPr>
              <a:t> </a:t>
            </a: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r>
              <a:rPr lang="en" sz="1800">
                <a:solidFill>
                  <a:schemeClr val="dk2"/>
                </a:solidFill>
              </a:rPr>
              <a:t> </a:t>
            </a: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Evidence-Cause Attention Networks for</a:t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Multi-Modal Emotion Recognition in Conversation</a:t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4) Contributions: </a:t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" sz="1800">
                <a:solidFill>
                  <a:schemeClr val="dk2"/>
                </a:solidFill>
              </a:rPr>
              <a:t>Divyansh: </a:t>
            </a:r>
            <a:r>
              <a:rPr lang="en" sz="1800">
                <a:solidFill>
                  <a:schemeClr val="dk2"/>
                </a:solidFill>
              </a:rPr>
              <a:t>Mitigating Category Confusion</a:t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" sz="1800">
                <a:solidFill>
                  <a:schemeClr val="dk2"/>
                </a:solidFill>
              </a:rPr>
              <a:t>Keshav: </a:t>
            </a:r>
            <a:r>
              <a:rPr lang="en" sz="1800">
                <a:solidFill>
                  <a:schemeClr val="dk2"/>
                </a:solidFill>
              </a:rPr>
              <a:t>Class Imbalance</a:t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" sz="1800">
                <a:solidFill>
                  <a:schemeClr val="dk2"/>
                </a:solidFill>
              </a:rPr>
              <a:t>Lakshay: </a:t>
            </a:r>
            <a:r>
              <a:rPr lang="en" sz="1800">
                <a:solidFill>
                  <a:schemeClr val="dk2"/>
                </a:solidFill>
              </a:rPr>
              <a:t>Cause-Gating Miscalibration</a:t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Architecture image only no explanations</a:t>
            </a:r>
            <a:endParaRPr/>
          </a:p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Text/Audio/Visual features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Evidence gating (ModalFilterV2)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Cause encoding (emotion_encoding, event_encoding)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Evidence-Cause interaction (4 attention modules)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Feature gates (gate_reset, gate_reset2)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R  = concat of 4 gated features (4 × 384 = 1536 dims)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   ├────────────► projection head g(·) ──► CONTRASTIVE LOSS  (point 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dropout2 → smax_fc (linear) → log_softmax → log_prob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                                        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                                        ├──► class-weighted CE (authors' loss)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                                              └──► PAIR-CONFUSION PENALTY  (point B)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Results and Findings in Tabular Format</a:t>
            </a:r>
            <a:endParaRPr/>
          </a:p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245025" y="580975"/>
            <a:ext cx="8520600" cy="44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Limitation 1: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Limitation 2: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13" name="Google Shape;11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775" y="1061075"/>
            <a:ext cx="4165051" cy="93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130500"/>
            <a:ext cx="4076701" cy="102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3790950"/>
            <a:ext cx="5222323" cy="1171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